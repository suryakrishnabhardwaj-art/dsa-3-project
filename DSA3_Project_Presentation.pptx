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15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9144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- 3 (25CS2103E)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7830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Entity-Resolution &amp; Matching Platform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0632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45643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Bhardwaj  —  2520090182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Uday  —  2520090089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4348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800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Anitha Chekuri, DSA-3 Coordinator, CSIT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2011680" y="1371600"/>
            <a:ext cx="816833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1143000"/>
            <a:ext cx="10545775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often list the same product multiple times with slightly different titles across sellers.</a:t>
            </a:r>
            <a:endParaRPr lang="en-US" sz="17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Entity-Resolution &amp; Matching Platform that detects and groups duplicate/similar product listings using core DSA techniques.</a:t>
            </a:r>
            <a:endParaRPr lang="en-US" sz="17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KMP and Rabin-Karp string-matching algorithms to detect common brand/model keywords across titles in linear time.</a:t>
            </a:r>
            <a:endParaRPr lang="en-US" sz="17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Edit Distance (Wagner-Fischer Dynamic Programming) to score title similarity and catch near-duplicate/fuzzy matches.</a:t>
            </a:r>
            <a:endParaRPr lang="en-US" sz="17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●"/>
            </a:pPr>
            <a:r>
              <a:rPr lang="en-US" sz="1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products are grouped using a Union-Find (Disjoint Set) structure to form consolidated product clusters.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1143000"/>
            <a:ext cx="10545775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aggregate listings from multiple sellers, often creating duplicate or inconsistent entries for the same product.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identifying duplicates is impractical at catalog scale, motivating an automated, algorithm-driven matching approach.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DSA-3 concepts applied: String Matching (KMP, Rabin-Karp) for exact keyword detection, Dynamic Programming (Edit Distance) for fuzzy title matching, and Union-Find (DSU) for clustering.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matching logic is hand-implemented (no external ML/string-matching libraries), consistent with the DSA-3 course approach.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takes raw product records as input and outputs consolidated, de-duplicated product entities.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371600"/>
          <a:ext cx="10180015" cy="3291840"/>
        </p:xfrm>
        <a:graphic>
          <a:graphicData uri="http://schemas.openxmlformats.org/drawingml/2006/table">
            <a:tbl>
              <a:tblPr/>
              <a:tblGrid>
                <a:gridCol w="5090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0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Naive pattern matching (brute-force string search)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O(n·m) per comparison; slow on large title sets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Rule-based exact-match matching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Fails on minor text/formatting/spelling variations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TF-IDF / cosine-similarity matching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Expensive at scale; ignores character-level edits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Hash-only matching (no fuzzy step)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Misses near-duplicates differing by a few characters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Duplicate/near-duplicate product listings across sources reduce catalog quality and mislead price comparison.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pairwise comparison across large catalogs is computationally infeasible.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33008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KMP and Rabin-Karp for linear-time exact keyword/brand matching in product titles.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Edit Distance (Wagner-Fischer DP) to compute a fuzzy-similarity score between titles.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Union-Find (DSU) to cluster matched entities into unified product groups.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matching accuracy on a sample product dataset.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lightweight interface to view resolved product groups.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078328" y="123444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69768" y="12344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Product Data Input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95848" y="1764792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078328" y="1892808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69768" y="189280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Normalization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95848" y="2423160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78328" y="2551176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69768" y="2551176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 Matching (KMP / Rabin-Karp)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95848" y="3081528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78328" y="3209544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69768" y="320954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Title Matching — Edit Distance (Wagner-Fischer DP)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095848" y="3739896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078328" y="3867912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69768" y="386791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Threshold Check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095848" y="4398264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078328" y="452628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69768" y="45262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Clustering of Matches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095848" y="5056632"/>
            <a:ext cx="0" cy="12801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078328" y="5184648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C00000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69768" y="518464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Product Groups (Output)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1170432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— 6 product titles, Edit-Distance threshold ≤ 8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36192"/>
          <a:ext cx="10545775" cy="2331720"/>
        </p:xfrm>
        <a:graphic>
          <a:graphicData uri="http://schemas.openxmlformats.org/drawingml/2006/table">
            <a:tbl>
              <a:tblPr/>
              <a:tblGrid>
                <a:gridCol w="6538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Product Pair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Edit Distance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“Sony WH-1000XM4 Wireless Headphones - Black”  vs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“Sony WH-1000XM4 Wireless Noise Cancelling Headphones Black”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Matched → same cluster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“Apple iPhone 13 128GB Blue”  vs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“Apple iPhone13 128 GB Blue Smartphone”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Matched → same cluster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“Sony WH-1000XM4...”  vs</a:t>
                      </a:r>
                      <a:endParaRPr lang="en-US" sz="1200" dirty="0"/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“Samsung Galaxy S21 5G 128GB”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Not matched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822960" y="404164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output: 6 raw listings → 4 product clusters (via Union-Find)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493776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KMP/Rabin-Karp correctly identified shared brand/model keywords across titles in linear time.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Edit-Distance DP correctly grouped title variants differing only by punctuation, spacing, or minor wording.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6 raw listings to 4 de-duplicated product groups on the sample set.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Requirements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i5 or higher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GB minimum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10 GB free disk space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33008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3.x / Java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/ Eclipse / PyCharm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hand-implemented: KMP, Rabin-Karp, Edit Distance DP, Union-Find (no external matching/ML libraries)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CSV product dataset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4" name="Image 0" descr="/home/claude/work/pattern.jpe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4114800"/>
            <a:ext cx="3108960" cy="3108960"/>
          </a:xfrm>
          <a:prstGeom prst="rect">
            <a:avLst/>
          </a:prstGeom>
        </p:spPr>
      </p:pic>
      <p:pic>
        <p:nvPicPr>
          <p:cNvPr id="5" name="Image 1" descr="/home/claude/work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109728"/>
            <a:ext cx="1828800" cy="7827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81248" y="256032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C00000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581248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entity-resolution platform combining KMP/Rabin-Karp string matching, Edit-Distance DP, and Union-Find clustering.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an efficient, hand-implemented alternative to brute-force comparison for product catalogs.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catalog consistency by grouping duplicate/near-duplicate listings.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solidFill>
            <a:srgbClr val="F1DAD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233008" y="123444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33008" y="1783080"/>
            <a:ext cx="49528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Suffix Arrays + LCP for faster large-scale similarity search.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duplicate resolution as a Bipartite Matching / flow problem for optimal group assignment.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multi-attribute matching (price, images, specifications).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parallel prefix-sum/work-span techniques to scale to larger catalogs.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Veluvarthi Bhardwaj</cp:lastModifiedBy>
  <cp:revision>1</cp:revision>
  <dcterms:created xsi:type="dcterms:W3CDTF">2026-09-01T03:59:41Z</dcterms:created>
  <dcterms:modified xsi:type="dcterms:W3CDTF">2026-09-01T04:03:50Z</dcterms:modified>
</cp:coreProperties>
</file>